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Pipeline Generico de TinyML/MLOps
para Series Temporais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0C8E8"/>
                </a:solidFill>
              </a:rPr>
              <a:t>Deteccao de Anomalias em Dados Sismicos com Validacao em ESP32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TCC — Engenharia / Ciencia de Dados
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Visao Geral do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Do dado bruto ao dispositivo de borda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Visao Geral do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Do dado bruto ao dispositivo de borda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828800"/>
            <a:ext cx="100584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Dados
Brutos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375E"/>
                </a:solidFill>
              </a:rP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828800"/>
            <a:ext cx="100584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Adapter
Dominio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375E"/>
                </a:solidFill>
              </a:rPr>
              <a:t>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1828800"/>
            <a:ext cx="100584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Dataset
NPZ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375E"/>
                </a:solidFill>
              </a:rPr>
              <a:t>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1828800"/>
            <a:ext cx="100584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Treino
MLflow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375E"/>
                </a:solidFill>
              </a:rPr>
              <a:t>-&gt;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1828800"/>
            <a:ext cx="100584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Quality
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375E"/>
                </a:solidFill>
              </a:rPr>
              <a:t>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1828800"/>
            <a:ext cx="100584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Export
TFLite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375E"/>
                </a:solidFill>
              </a:rPr>
              <a:t>-&gt;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1828800"/>
            <a:ext cx="100584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OTA
HMAC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375E"/>
                </a:solidFill>
              </a:rPr>
              <a:t>-&gt;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ESP32
TFLM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2004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• Pipeline generico: aplicavel a qualquer dominio de series temporais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38404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• Preprocessing edge-aware: evita etapas inviáveis no microcontrolador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4805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• Rastreabilidade completa: MLflow + manifestos JSON em cada etapa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• OTA com assinatura HMAC-SHA256: seguranca na atualizacao do modelo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 Sismico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MiniSEED — eventos e background continuo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2743200" cy="5486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Estacoes sismologicas — formato MiniSEED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48840"/>
            <a:ext cx="2743200" cy="5486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48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Normal (background) e Anomalo (evento sismico)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2743200" cy="5486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Janela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34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800 amostras = 20 s a 40 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20440"/>
            <a:ext cx="2743200" cy="5486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520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Overlap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50% (step de 10 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06240"/>
            <a:ext cx="2743200" cy="5486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2062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Split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2062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Por evento (sem vazamento temporal)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92040"/>
            <a:ext cx="2743200" cy="5486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892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Balanceamento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892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~88% normal / ~12% anomalo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Preprocessamento edge-aware: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1C"/>
                </a:solidFill>
              </a:rPr>
              <a:t>resample 40 Hz -&gt; detrend -&gt; demean -&gt; taper 5% -&gt; bandpass 0.5-15 Hz -&gt; zscore/janela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Comparativo de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AUC-PR como metrica primaria (deteccao desbalanceada)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069080" cy="41148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Modelo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371600"/>
            <a:ext cx="1234439" cy="41148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3716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AUC-PR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79" y="1371600"/>
            <a:ext cx="1051560" cy="41148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79" y="13716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59" y="1371600"/>
            <a:ext cx="1234439" cy="41148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3716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371600"/>
            <a:ext cx="1143000" cy="41148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37160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371600"/>
            <a:ext cx="1143000" cy="41148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37160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FP/h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74519"/>
            <a:ext cx="4069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1874519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</a:rPr>
              <a:t>Optuna Tiny CNN v4 (ref.)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1874519"/>
            <a:ext cx="123443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874519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0.9127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79" y="1874519"/>
            <a:ext cx="1051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79" y="1874519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0.8526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59" y="1874519"/>
            <a:ext cx="123443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59" y="1874519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0.8982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19" y="1874519"/>
            <a:ext cx="1143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19" y="1874519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0.8114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1874519"/>
            <a:ext cx="1143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1874519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4.90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423160"/>
            <a:ext cx="4069080" cy="50292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24231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Tiny CNN (atual)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423160"/>
            <a:ext cx="1234439" cy="50292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24231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0.8775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79" y="2423160"/>
            <a:ext cx="1051560" cy="50292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79" y="24231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0.8109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59" y="2423160"/>
            <a:ext cx="1234439" cy="50292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59" y="24231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0.8431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2423160"/>
            <a:ext cx="1143000" cy="50292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19" y="242316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0.7810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2423160"/>
            <a:ext cx="1143000" cy="50292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242316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6.75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971800"/>
            <a:ext cx="4069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9718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</a:rPr>
              <a:t>Tiny CNN (baseline)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2971800"/>
            <a:ext cx="123443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297180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0.8982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79" y="2971800"/>
            <a:ext cx="1051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79" y="29718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0.7951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66559" y="2971800"/>
            <a:ext cx="123443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59" y="297180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0.7310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19" y="2971800"/>
            <a:ext cx="1143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19" y="2971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0.8716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35440" y="2971800"/>
            <a:ext cx="1143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5440" y="2971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16.94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3520439"/>
            <a:ext cx="406908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3520439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</a:rPr>
              <a:t>Tiny TCN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0" y="3520439"/>
            <a:ext cx="1234439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0" y="3520439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0.8964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79" y="3520439"/>
            <a:ext cx="105156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79" y="3520439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0.7666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59" y="3520439"/>
            <a:ext cx="1234439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66559" y="3520439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0.6790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46719" y="3520439"/>
            <a:ext cx="114300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19" y="3520439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0.8801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35440" y="3520439"/>
            <a:ext cx="114300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35440" y="3520439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21.98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4069079"/>
            <a:ext cx="4069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4069079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</a:rPr>
              <a:t>Random Forest (Optuna)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89120" y="4069079"/>
            <a:ext cx="123443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89120" y="4069079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0.8127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79" y="4069079"/>
            <a:ext cx="1051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79" y="4069079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0.7367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59" y="4069079"/>
            <a:ext cx="123443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59" y="4069079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0.7974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46719" y="4069079"/>
            <a:ext cx="1143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19" y="4069079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0.6846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35440" y="4069079"/>
            <a:ext cx="1143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235440" y="4069079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9.26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4617720"/>
            <a:ext cx="406908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</a:rPr>
              <a:t>STA/LTA (baseline trad.)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89120" y="4617720"/>
            <a:ext cx="1234439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89120" y="46177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0.1662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79" y="4617720"/>
            <a:ext cx="105156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79" y="4617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0.2760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59" y="4617720"/>
            <a:ext cx="1234439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766559" y="46177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0.1773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46719" y="4617720"/>
            <a:ext cx="114300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19" y="461772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0.6230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35440" y="4617720"/>
            <a:ext cx="1143000" cy="50292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235440" y="461772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1C"/>
                </a:solidFill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62179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F6FAB"/>
                </a:solidFill>
              </a:rPr>
              <a:t>* Tiny CNN atual: quality gate aprovado em todos os criterios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Validacao Embarcada — ESP32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Chip: ESP32-D0WD-V3 | TensorFlow Lite Micro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ESP32 detectado e identificado no WSL (/dev/ttyUSB0)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57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Firmware compilado: RAM 31.0% | Flash 20.3%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697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Upload via esptool: 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37559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37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3755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Modelo float32 carregado e invocado no ESP32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9776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Saida serial CSV com score, latencia e CPU% por inferencia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11430000" cy="13716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6008"/>
                </a:solidFill>
              </a:rPr>
              <a:t>Diagnostico int8: kernel REDUCE_MAX quantizado incompativel com esta versao do TFLite Micro.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257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D6008"/>
                </a:solidFill>
              </a:rPr>
              <a:t>Causa: head_pooling=avgmax -&gt; GlobalMaxPooling -&gt; REDUCE_MAX. Correcao: substituir por avg (GlobalAveragePooling).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Fluxo OTA Simulado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Atualizacao de modelo com integridade e assinatura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66928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production_manifest.json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Modelo aprovado pelo quality 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51760"/>
            <a:ext cx="566928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ota_manifest.json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08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Manifesto com versao, alvo e estrategia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840480"/>
            <a:ext cx="566928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8862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Pacote 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artifact.tflite + SHA-256 + HMAC-SHA256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029200"/>
            <a:ext cx="5669280" cy="10058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0749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validation_report.json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Verificacao de integridade automatica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463040"/>
            <a:ext cx="566928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15087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releases/latest.json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1920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Publicacao local (simula repositorio)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651760"/>
            <a:ext cx="566928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59" y="2697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device_update_check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3108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Dispositivo consulta e confirma compatibilidade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840480"/>
            <a:ext cx="566928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38862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install_report.json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Instalacao simulada com log completo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5029200"/>
            <a:ext cx="5669280" cy="10058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50749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rollback_report.json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8FF"/>
                </a:solidFill>
              </a:rPr>
              <a:t>Reversao automatica em caso de falha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75E"/>
                </a:solidFill>
              </a:rPr>
              <a:t>Versao atual: seismic_edge_v1_tiny_cnn_20260614 | SHA-256 verificado | Assinatura HMAC valida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Drift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Monitoramento de distribuicao e decisao de retreino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6576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Z-shift (max)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7AE60"/>
                </a:solidFill>
              </a:rPr>
              <a:t>0.0176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1C"/>
                </a:solidFill>
              </a:rPr>
              <a:t>Deslocamento de media — Baixo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463040"/>
            <a:ext cx="36576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PSI (max)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920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392B"/>
                </a:solidFill>
              </a:rPr>
              <a:t>0.3463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4688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1C"/>
                </a:solidFill>
              </a:rPr>
              <a:t>Mudanca de distribuicao — Alto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463040"/>
            <a:ext cx="36576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KS p-value (min)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920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392B"/>
                </a:solidFill>
              </a:rPr>
              <a:t>0.000033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1C"/>
                </a:solidFill>
              </a:rPr>
              <a:t>Diferenca estatistica — Significativa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383280"/>
            <a:ext cx="11430000" cy="10972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1C"/>
                </a:solidFill>
              </a:rPr>
              <a:t>Interpretacao: medias globais com pequeno deslocamento, mas distribuicao interna
mudou significativamente (PSI &gt; 0.2, KS p-value &lt;&lt; 0.05).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63440"/>
            <a:ext cx="5303520" cy="64008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754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Politica: retrain_recommended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663440"/>
            <a:ext cx="594360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4754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Decisao OTA: build_and_publish_ota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577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375E"/>
                </a:solidFill>
              </a:rPr>
              <a:t>Sistema so libera OTA quando existe candidato aprovado no quality gate.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Evolucao do sistema e novas direcoes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286000" cy="7772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Correcao int8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Substituir GlobalMaxPooling por GlobalAveragePooling e reexportar para inferencia int8 real no ESP32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377440"/>
            <a:ext cx="2286000" cy="7772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37744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Servidor HTTP OTA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468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Endpoint que expoe latest.json e o firmware para download real pelo ESP32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37560"/>
            <a:ext cx="2286000" cy="7772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333756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Series Temporais Multivariadas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4290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Nova branch: expandir pipeline para multiplos canais de sensor simultaneos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297680"/>
            <a:ext cx="2286000" cy="7772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429768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Validacao em Novo 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891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Aplicar o pipeline em dominio diferente do sismico (ex: vibracao industrial)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57800"/>
            <a:ext cx="2286000" cy="7772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525780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Assinatura Assimetrica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349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Substituir HMAC-SHA256 por RSA/ECDSA para OTA com chave publica no dispositivo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Series Temporais Multivariadas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Nova direcao — branch em desenvolvimento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O que muda: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2011680" cy="5486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Multiplos canais de sensor por janela (ex: X, Y, Z de acelerometro)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06040"/>
            <a:ext cx="2011680" cy="5486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606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Contrato 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606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X_train.shape = (n_janelas, n_amostras, n_canais)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91840"/>
            <a:ext cx="2011680" cy="5486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2918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Arquitetura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291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Convolucoes 2D ou TCN com entrada multicanal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77639"/>
            <a:ext cx="2011680" cy="5486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9776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Normalizacao por canal ou global — decisao critica para 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63440"/>
            <a:ext cx="2011680" cy="5486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663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Firmware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663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Tensor de entrada 2D — ajuste no main.cpp e model_config.h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40"/>
            <a:ext cx="2011680" cy="54864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349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Complexidade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5349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1C"/>
                </a:solidFill>
              </a:rPr>
              <a:t>Mais parametros, mais RAM — validar viabilidade no ESP32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Pipeline generico foi projetado para esta extensao: adapter de dominio isola a diferenca de contrato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F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Conclusao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5EAFF"/>
                </a:solidFill>
              </a:rPr>
              <a:t>✓  Pipeline MLOps completo: do dado bruto ao dispositivo de borda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5EAFF"/>
                </a:solidFill>
              </a:rPr>
              <a:t>✓  Modelo tiny_cnn: AUC-PR 0.877 | F1 0.811 | FP/h 6.75 — quality gate aprovado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5EAFF"/>
                </a:solidFill>
              </a:rPr>
              <a:t>✓  Validacao fisica real: build, flash e inferencia no ESP32 (chip ESP32-D0WD-V3)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5EAFF"/>
                </a:solidFill>
              </a:rPr>
              <a:t>✓  OTA com integridade: HMAC-SHA256 + rollback simulado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5EAFF"/>
                </a:solidFill>
              </a:rPr>
              <a:t>✓  Drift detection integrado ao ciclo de vida do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Proximo passo: series temporais multivariadas + OTA real via HTTP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